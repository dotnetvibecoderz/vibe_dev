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Adopsi AI &amp; Digitalisasi UMKM Indonesia (2025–2026)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Ringkasan data, temuan, dan rekomendasi singkat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Konteks &amp; Ukuran Pasar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Pasar AI Indonesia diproyeksi ~USD 10.88B (2030)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28% bisnis sudah mengadopsi AI (mid-2025)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33% pekerja sebagai Frontier Professionals (2026)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Temuan Utama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Adopsi cepat namun kedalaman integrasi rendah (mayoritas kasus dasar)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Hambatan: infrastruktur, keterampilan digital, regulasi &amp;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Infrastruktur &amp; Investasi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Pipeline data centre besar: Firmus 360MW Batam (hingga 170k GPUs)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Investasi pipeline data centre diperkirakan USD 15-20B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Rekomendasi untuk UMKM &amp; Pembuat Kebijakan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Perkuat literasi &amp; pelatihan AI untuk UMKM (modul praktis)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Subsidi/insentif adopsi layanan AI dasar (templates, chatbot, automasi)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Bangun akses cloud murah &amp; data commons untuk UMKM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Kesimpulan &amp; Sumber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Indonesia bergerak cepat mengadopsi AI, peluang besar untuk produktivitas UMKM.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Sumber: AWS (2025), Microsoft WTI (2026), Digital in Asia (2026), KADIN (2025)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2026-10-06T23:35:17Z</dcterms:created>
  <dcterms:modified xsi:type="dcterms:W3CDTF">2026-10-06T23:35:17Z</dcterms:modified>
</cp:coreProperties>
</file>